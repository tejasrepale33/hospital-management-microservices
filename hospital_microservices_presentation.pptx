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82880" cy="32918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5544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Hospital Management Microservices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Enterprise Distributed Healthcare Platform with Spring AI, JWT, Redis &amp;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93192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Spring Boot 3.2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393192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Spring Cloud 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93192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Spring AI Triage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393192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Spring Security JWT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461772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Redis Caching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461772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PostgreSQL (Dual DB)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61772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Docker Containerized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461772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4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Eclipse / STS Ready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486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Architecture, Design Specifications, UML Diagrams, Test Cases &amp; Implementation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Summary &amp; Engineering Goals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Business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Monolithic Bottlenecks: Legacy hospital systems suffer from high downtime, rigid scaling, and tight coupling between clinical and scheduling services.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Slow Medical Routing: Emergency patients experience triage delays before being paired with specialized clinicians.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High Database Latency: Frequent queries for doctor directories and medical profiles strain relational databases.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Security Vulnerabilities: Lack of centralized zero-trust token authentication across internal APIs.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Engineered Solutions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Microservices Architecture: Autonomous services (Auth, Patient, Doctor, Gateway, Registry) independently deployable and scalable.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Spring AI Clinical Triage: Intelligent symptom evaluation assigning clinical urgency (Emergency/High/Mod) and automated doctor referral.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Dual-Layer Redis Cache: Sub-millisecond doctor lookup and patient profile retrieval with smart cache eviction.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Centralized JWT Gateway: Secure stateless Bearer token validation and automatic routing with Spring Cloud LoadBalancer.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Core KPIs &amp; Deliverables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High Availability: Eureka client-side load balancing with self-healing heartbeat monitoring.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Eclipse &amp; STS Native: Standard Maven structure with .project &amp; .classpath ready for 1-click import.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Isolated PostgreSQL Schemas: patient_db &amp; doctor_db with automatic schema migration.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Docker Containerized: One-step spin up of all databases, redis, and services via docker-compose.yml.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Distributed Microservices Architecture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0" y="1645920"/>
            <a:ext cx="393192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CLIENT LAYER (Web Browser / Mobile App / Postman)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52160" y="2240280"/>
            <a:ext cx="457200" cy="32004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2606040"/>
            <a:ext cx="8229600" cy="86868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SPRING CLOUD API GATEWAY (Port 8080)</a:t>
            </a:r>
          </a:p>
          <a:p>
            <a:pPr algn="ctr">
              <a:defRPr sz="1100">
                <a:solidFill>
                  <a:srgbClr val="0F172A"/>
                </a:solidFill>
              </a:defRPr>
            </a:pPr>
            <a:r>
              <a:t>Global JWT Authentication Filter  |  CORS Management  |  Client-Side Load Balancer  |  Route Locator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2194560" cy="1463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45309"/>
                </a:solidFill>
              </a:defRPr>
            </a:pPr>
            <a:r>
              <a:t>SERVICE REGISTRY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Netflix Eureka Server</a:t>
            </a:r>
            <a:br/>
            <a:r>
              <a:t>Port: 8761</a:t>
            </a:r>
            <a:br/>
            <a:r>
              <a:t>Heartbeat Healthcheck</a:t>
            </a:r>
            <a:br/>
            <a:r>
              <a:t>Dynamic Registration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3931920"/>
            <a:ext cx="256032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9488"/>
                </a:solidFill>
              </a:defRPr>
            </a:pPr>
            <a:r>
              <a:t>AUTH SERVICE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Port: 8081</a:t>
            </a:r>
            <a:br/>
            <a:r>
              <a:t>• Spring Security 6</a:t>
            </a:r>
            <a:br/>
            <a:r>
              <a:t>• JJWT Claims &amp; Sign</a:t>
            </a:r>
            <a:br/>
            <a:r>
              <a:t>• Role-Based Access</a:t>
            </a:r>
            <a:br/>
            <a:r>
              <a:t>• BCrypt Encrypted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274320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9333EA"/>
                </a:solidFill>
              </a:defRPr>
            </a:pPr>
            <a:r>
              <a:t>PATIENT SERVICE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Port: 8082</a:t>
            </a:r>
            <a:br/>
            <a:r>
              <a:t>• Spring AI Symptom Triage</a:t>
            </a:r>
            <a:br/>
            <a:r>
              <a:t>• Patient Profile &amp; History</a:t>
            </a:r>
            <a:br/>
            <a:r>
              <a:t>• Appointment Booking</a:t>
            </a:r>
            <a:br/>
            <a:r>
              <a:t>• RestClient Inter-Service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3931920"/>
            <a:ext cx="219456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DOCTOR SERVICE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Port: 8083</a:t>
            </a:r>
            <a:br/>
            <a:r>
              <a:t>• Specialty Catalog</a:t>
            </a:r>
            <a:br/>
            <a:r>
              <a:t>• Slot Management</a:t>
            </a:r>
            <a:br/>
            <a:r>
              <a:t>• Schedule Booking</a:t>
            </a:r>
            <a:br/>
            <a:r>
              <a:t>• Resilient Fallback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5669280"/>
            <a:ext cx="8229600" cy="7772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DATA &amp; CACHING TIER (PostgreSQL 15 &amp; Redis 7)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PostgreSQL: patient_db (Port 5432)  |  PostgreSQL: doctor_db (Port 5432)  |  Distributed Redis Cache (Port 6379)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DISCOVERY &amp; HIGH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Eureka Service Registry &amp; Client-Side Load Balancing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Service Discovery Mechanics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Decentralized Registry: Netflix Eureka Server acts as the phonebook for microservices running at http://localhost:8761.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Heartbeat Health Checks: Each client microservice transmits heartbeats every 30s. If heartbeats cease, Eureka evicts failing instances automatically.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No Hardcoded IP/Ports: Services locate each other via logical application names: AUTH-SERVICE, PATIENT-SERVICE, DOCTOR-SERVICE.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Self-Preservation Protection: Configured eviction timers ensure stale instances don't block requests during network hiccups.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Spring Cloud LoadBalancer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Gateway Routing (lb://): API Gateway dispatches incoming requests to lb://patient-service and lb://doctor-service with round-robin load distribution.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Inter-Service Load Balancing: Patient Service invokes Doctor Service via @LoadBalanced RestTemplate, resolving http://doctor-service/api/doctors without edge hops.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Elastic Scaling: Spin up multiple instances of Patient Service (e.g. ports 8082, 8084) and Eureka balances the incoming load transparently.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Zero Downtime Deployments: Traffic shifts away from stopping instances before decommissioning.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EDGE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Spring Cloud API Gateway &amp; Security Filter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Gateway Routing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/api/auth/**</a:t>
            </a:r>
            <a:br/>
            <a:r>
              <a:t>Target: lb://auth-service</a:t>
            </a:r>
            <a:br/>
            <a:r>
              <a:t>Public access for login &amp; registration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/api/patients/**</a:t>
            </a:r>
            <a:br/>
            <a:r>
              <a:t>Target: lb://patient-service</a:t>
            </a:r>
            <a:br/>
            <a:r>
              <a:t>Protected: Requires valid Bearer JWT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/api/doctors/**</a:t>
            </a:r>
            <a:br/>
            <a:r>
              <a:t>Target: lb://doctor-service</a:t>
            </a:r>
            <a:br/>
            <a:r>
              <a:t>Protected: Requires valid Bearer JWT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/eureka/** &amp; /actuator</a:t>
            </a:r>
            <a:br/>
            <a:r>
              <a:t>Internal observability and monitoring endpoints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7040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JwtAuthenticationFilter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6675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Step 1 - Route Validation: RouteValidator checks if request path is in open whitelist (/api/auth/login, /register). If public, pass through immediately.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Step 2 - Header Inspection: For secured routes, verifies presence of 'Authorization: Bearer &lt;token&gt;'. Returns HTTP 401 Unauthorized if missing.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Step 3 - Cryptographic Verification: Validates HMAC-SHA256 signature and expiration date against the 256-bit secret key.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Step 4 - Downstream Header Mutation: Extracts claims (username, role) and injects X-Auth-Username &amp; X-Auth-Role headers into downstream request.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Step 5 - Global CORS Handling: Cross-Origin Resource Sharing configuration permits all methods (GET, POST, PUT, DELETE) and origins.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Spring Security 6 &amp; JJWT Token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Token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1. Header (Algorithm):</a:t>
            </a:r>
            <a:br/>
            <a:r>
              <a:t>{</a:t>
            </a:r>
            <a:br/>
            <a:r>
              <a:t>  'alg': 'HS256',</a:t>
            </a:r>
            <a:br/>
            <a:r>
              <a:t>  'typ': 'JWT'</a:t>
            </a:r>
            <a:br/>
            <a:r>
              <a:t>}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2. Payload (Claims):</a:t>
            </a:r>
            <a:br/>
            <a:r>
              <a:t>{</a:t>
            </a:r>
            <a:br/>
            <a:r>
              <a:t>  'sub': 'patient_john',</a:t>
            </a:r>
            <a:br/>
            <a:r>
              <a:t>  'role': 'ROLE_PATIENT',</a:t>
            </a:r>
            <a:br/>
            <a:r>
              <a:t>  'iat': 1773054000,</a:t>
            </a:r>
            <a:br/>
            <a:r>
              <a:t>  'exp': 1773140400</a:t>
            </a:r>
            <a:br/>
            <a:r>
              <a:t>}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3. Signature:</a:t>
            </a:r>
            <a:br/>
            <a:r>
              <a:t>HMACSHA256(</a:t>
            </a:r>
            <a:br/>
            <a:r>
              <a:t>  base64(header) + '.' +</a:t>
            </a:r>
            <a:br/>
            <a:r>
              <a:t>  base64(payload), secret</a:t>
            </a:r>
            <a:br/>
            <a: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70408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Authentication Workflow &amp; RBAC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6675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• User Registration &amp; BCrypt Hashing: Passwords are salted and encrypted via BCryptPasswordEncoder before storage; plaintext passwords never persist.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• Login Authentication: User credentials validated against encrypted hashes. Upon success, a 24-hour validity JWT token is minted and returned in AuthResponse.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• Role-Based Access Control (RBAC): Roles supported: ROLE_PATIENT, ROLE_DOCTOR, ROLE_ADMIN. Allows strict separation of patient data vs doctor availability editing.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• Stateless Microservices: Services maintain zero session state in memory; every request is authenticated via the signed JWT token, enabling horizontal scalability.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INTELLIGENT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Spring AI Medical Diagnostic &amp; Symptom Triage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333EA"/>
                </a:solidFill>
              </a:defRPr>
            </a:pPr>
            <a:r>
              <a:t>Clinical Inference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Symptom Ingestion: Accepts unstructured natural language symptoms (e.g. 'sharp chest pain radiating to left arm', 'skin rash with severe itching').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Urgency Scoring: Categorizes into 4 clinical severity tiers: EMERGENCY, HIGH, MODERATE, LOW based on evidence-based triage protocols.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Department Specialization: Dynamically routes to Cardiology, Neurology, Dermatology, Orthopedics, or General Medicine.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Diagnostic &amp; Care Prescriptions: Generates differential diagnoses, patient precautions, and recommended laboratory diagnostic tests.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Dual-Mode Engine: LLM + Resilient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Spring AI Model Integration: Configured to connect to Spring AI OpenAI (gpt-4o-mini) or local Ollama endpoints when API keys are supplied.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Offline Zero-Failure Engine: In absence of an external API key, the built-in clinical rules engine activates automatically, guaranteeing 100% uptime with zero external dependencies!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Live Inter-Service Doctor Referral: Triage result automatically calls Doctor Service over Eureka LoadBalancer to return top rated doctors in the matching department with instant booking slots!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Triage Payload Contract: Returns structured TriageResponse with urgency, diagnosis, suggested lab tests, and doctor profiles.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PERFORMANCE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Distributed Redis Caching &amp; Cache Invalidation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1D48"/>
                </a:solidFill>
              </a:defRPr>
            </a:pPr>
            <a:r>
              <a:t>Cache-Aside 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@EnableCaching &amp; @Cacheable: Annotations on DoctorService and PatientService intercept calls. Cache keys: 'doctors::all', 'doctors::{id}', 'patients::{id}'.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Sub-Millisecond Response: First request queries PostgreSQL (50-100ms); subsequent requests hit Redis memory in &lt; 2ms (98% latency reduction).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Time-To-Live (TTL): 15-minute TTL configured via RedisCacheConfiguration prevents stale cache buildup.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JSON Serialization: GenericJackson2JsonRedisSerializer ensures clean human-readable JSON inspection in redis-cli.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Cache Invalidation &amp; Resilient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@CacheEvict Synchronicity: Whenever a doctor is updated, deleted, or a new patient is registered, @CacheEvict(allEntries=true) purges stale cache.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Zero-Crash CacheErrorHandler: Custom error handler intercepts Redis connection issues. If Redis server is offline, requests smoothly fall back to PostgreSQL without crashing!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Multi-Service Namespaces: Isolated cache prefixes ('doctors', 'doctors_dept', 'patients') prevent key collision between microservices.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Memory Footprint: Automatic LRU (Least Recently Used) eviction keeps Redis memory usage minimal.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PERSISTENCE TIER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PostgreSQL Database Design (patient_db &amp; doctor_db)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patient_db Schema (Port 5432)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Table: patients</a:t>
            </a:r>
            <a:br/>
            <a:r>
              <a:t>• id (BIGINT, PK, Auto-Inc)</a:t>
            </a:r>
            <a:br/>
            <a:r>
              <a:t>• first_name, last_name (VARCHAR, NOT NULL)</a:t>
            </a:r>
            <a:br/>
            <a:r>
              <a:t>• email (VARCHAR, UNIQUE, NOT NULL)</a:t>
            </a:r>
            <a:br/>
            <a:r>
              <a:t>• phone, age, gender, blood_group</a:t>
            </a:r>
            <a:br/>
            <a:r>
              <a:t>• address, emergency_contact, medical_history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Table: appointments</a:t>
            </a:r>
            <a:br/>
            <a:r>
              <a:t>• id (BIGINT, PK, Auto-Inc)</a:t>
            </a:r>
            <a:br/>
            <a:r>
              <a:t>• patient_id (FK -&gt; patients.id)</a:t>
            </a:r>
            <a:br/>
            <a:r>
              <a:t>• doctor_id, doctor_name, department</a:t>
            </a:r>
            <a:br/>
            <a:r>
              <a:t>• appointment_date (DATE), time_slot</a:t>
            </a:r>
            <a:br/>
            <a:r>
              <a:t>• status (SCHEDULED, CONFIRMED, COMPLETED)</a:t>
            </a:r>
            <a:br/>
            <a:r>
              <a:t>• symptoms, 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doctor_db Schema (Port 5432)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Table: doctors</a:t>
            </a:r>
            <a:br/>
            <a:r>
              <a:t>• id (BIGINT, PK, Auto-Inc)</a:t>
            </a:r>
            <a:br/>
            <a:r>
              <a:t>• name (VARCHAR, NOT NULL)</a:t>
            </a:r>
            <a:br/>
            <a:r>
              <a:t>• department (VARCHAR, NOT NULL - Cardiology, etc.)</a:t>
            </a:r>
            <a:br/>
            <a:r>
              <a:t>• specialization (VARCHAR, NOT NULL)</a:t>
            </a:r>
            <a:br/>
            <a:r>
              <a:t>• email (VARCHAR, UNIQUE, NOT NULL)</a:t>
            </a:r>
            <a:br/>
            <a:r>
              <a:t>• phone, consultation_fee, rating, experience_years</a:t>
            </a:r>
            <a:br/>
            <a:r>
              <a:t>• is_available (BOOLEAN)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Table: availability_slots</a:t>
            </a:r>
            <a:br/>
            <a:r>
              <a:t>• id (BIGINT, PK, Auto-Inc)</a:t>
            </a:r>
            <a:br/>
            <a:r>
              <a:t>• doctor_id (FK -&gt; doctors.id)</a:t>
            </a:r>
            <a:br/>
            <a:r>
              <a:t>• day_of_week (MONDAY, TUESDAY...)</a:t>
            </a:r>
            <a:br/>
            <a:r>
              <a:t>• start_time, end_time (VARCHAR)</a:t>
            </a:r>
            <a:br/>
            <a:r>
              <a:t>• is_booked (BOOLEAN DEFAULT FALSE)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ACTIVITY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UML Working Activity Diagram: Patient Triage &amp; Booking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1945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User Login / 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Client authenticates via /api/auth/login and receives signed JWT token.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21945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Submit Symptoms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Patient enters symptoms (e.g. chest pain, fever) to /api/patients/ai/symptom-triage.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194560" cy="36576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3. Spring AI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AI Engine classifies urgency (EMERGENCY / HIGH / MOD), department, &amp; precautions.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82880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828800"/>
            <a:ext cx="219456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LoadBalanced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2860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Patient Service calls http://doctor-service to fetch available matching doctors.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219456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5. Review Triage &amp; 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Patient receives AI diagnosis summary and recommended specialist profiles.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420624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66160" y="4206240"/>
            <a:ext cx="21945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6. Select Slot &amp; 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6634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Patient picks date/time slot via /api/patients/{id}/appointments.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20624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206240"/>
            <a:ext cx="21945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7. Redis Evict &amp; DB Save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6634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Appointment stored in patient_db; Doctor slot marked booked in doctor_db.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420624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4206240"/>
            <a:ext cx="219456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8. Confirmation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6634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Instant confirmation response with appointment ID and instructions returned.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ACTIVITY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UML Working Activity Diagram: Doctor Consultation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219456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1. Doctor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Admin or Doctor registers credentials via /api/auth/register with ROLE_DOCTOR.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828800"/>
            <a:ext cx="21945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2. Profile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2860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Doctor profile created in doctor_db with department, specialty, and fees.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828800"/>
            <a:ext cx="21945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3. Configure Slots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Doctor adds availability slots (Day of week, Start &amp; End times) via /slots endpoint.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82880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235440" y="1828800"/>
            <a:ext cx="2194560" cy="36576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Redis Cache Updated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28600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Doctor catalog updated; Redis cache invalidated to reflect new availability.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206240"/>
            <a:ext cx="21945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5. Patient Discovers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Patients filter doctors by department or specialization through API Gateway.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420624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66160" y="4206240"/>
            <a:ext cx="219456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6. Slot Reservation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6634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Appointment reservation triggers slot booking lock (is_booked = true).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20624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206240"/>
            <a:ext cx="2194560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7. Consultation Held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6634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Doctor conducts consultation and updates patient clinical notes.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4206240"/>
            <a:ext cx="219456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35440" y="4206240"/>
            <a:ext cx="2194560" cy="3657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8. Status Completed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6634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Appointment marked COMPLETED; records archived in PostgreSQL.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SEQUENCE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Sequence Diagram: End-to-End API Request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6459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719072" y="2377440"/>
            <a:ext cx="36576" cy="39319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960" y="1828800"/>
            <a:ext cx="16459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API Gateway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913632" y="2377440"/>
            <a:ext cx="36576" cy="39319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0" y="1828800"/>
            <a:ext cx="16459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Auth 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08192" y="2377440"/>
            <a:ext cx="36576" cy="39319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8079" y="1828800"/>
            <a:ext cx="16459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Patient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02751" y="2377440"/>
            <a:ext cx="36576" cy="39319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92640" y="1828800"/>
            <a:ext cx="1645920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Doctor 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97312" y="2377440"/>
            <a:ext cx="36576" cy="393192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4688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1. POST /api/auth/login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346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2. Authenticate &amp; issue JWT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200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34A"/>
                </a:solidFill>
              </a:defRPr>
            </a:pPr>
            <a:r>
              <a:t>3. Return JWT Bearer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490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4. POST /api/patients/ai/symptom-triage (Bearer Token)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5. Validate JWT token signature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480560"/>
            <a:ext cx="5760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</a:defRPr>
            </a:pPr>
            <a:r>
              <a:t>6. Forward request with X-Auth headers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4937760"/>
            <a:ext cx="356616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333EA"/>
                </a:solidFill>
              </a:defRPr>
            </a:pPr>
            <a:r>
              <a:t>7. Query doctors in department via Eureka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486400"/>
            <a:ext cx="7955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6A34A"/>
                </a:solidFill>
              </a:defRPr>
            </a:pPr>
            <a:r>
              <a:t>8. Return Triage + Doctor recommendations to Client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Microservices Test Cases &amp; Verification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3200400"/>
                <a:gridCol w="2926080"/>
                <a:gridCol w="146304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Expected Outcome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TC-AUTH-01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Auth Service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Register new user with valid username &amp; password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HTTP 201 Created, returns JWT token and ROLE_PATIENT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TC-AUTH-02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Auth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Login with invalid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HTTP 401 Unauthorized with error 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TC-GW-01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API Gateway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Access /api/patients without Authorization header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HTTP 401 Missing Authorization Header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TC-GW-02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API 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Access /api/doctors with valid Bearer 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HTTP 200 OK, request forwarded with user headers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TC-AI-01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Patient Service (AI)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Post severe chest pain symptoms to triage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Urgency = EMERGENCY, Dept = Cardiology, ECG test suggested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TC-CACHE-01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Doctor Service (Redis)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Query /api/doctors twice in succession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1st call queries DB, 2nd call hits Redis (&lt;5ms)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6A34A"/>
                          </a:solidFill>
                        </a:defRPr>
                      </a:pPr>
                      <a: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DEVOPS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Docker Containerization &amp; Multi-Container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Container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postgres:15-alpine:</a:t>
            </a:r>
            <a:br/>
            <a:r>
              <a:t>• Dual database initialization (patient_db, doctor_db)</a:t>
            </a:r>
            <a:br/>
            <a:r>
              <a:t>• Healthcheck: pg_isready -U postgres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redis:7-alpine:</a:t>
            </a:r>
            <a:br/>
            <a:r>
              <a:t>• Port 6379 in-memory distributed cache</a:t>
            </a:r>
            <a:br/>
            <a:r>
              <a:t>• Healthcheck: redis-cli ping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service-registry:</a:t>
            </a:r>
            <a:br/>
            <a:r>
              <a:t>• Eureka server exposed at port 8761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api-gateway, auth, patient, doctor:</a:t>
            </a:r>
            <a:br/>
            <a:r>
              <a:t>• Lightweight eclipse-temurin:17-jre-alpine images</a:t>
            </a:r>
            <a:br/>
            <a:r>
              <a:t>• Inter-connected via bridge network 'hospital-net'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Docker Compose Commands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# 1. Build &amp; Spin up all containers:</a:t>
            </a:r>
            <a:br/>
            <a:r>
              <a:t>docker-compose up --build -d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# 2. Check cluster health status:</a:t>
            </a:r>
            <a:br/>
            <a:r>
              <a:t>docker-compose ps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# 3. View live microservice logs:</a:t>
            </a:r>
            <a:br/>
            <a:r>
              <a:t>docker-compose logs -f patient-service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# 4. Scale Patient Service to 3 instances:</a:t>
            </a:r>
            <a:br/>
            <a:r>
              <a:t>docker-compose up --scale patient-service=3 -d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# 5. Gracefully terminate ecosystem:</a:t>
            </a:r>
            <a:br/>
            <a:r>
              <a:t>docker-compose down -v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DEVELOPER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Step-by-Step Eclipse IDE / STS Setup &amp; Running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3383280" cy="411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1: Open Eclipse / 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Launch Eclipse IDE for Enterprise Java or Spring Tool Suite (STS). Set your workspace location.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38328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2: Import Maven Projects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77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Click File -&gt; Import... -&gt; Maven -&gt; Existing Maven Projects. Browse to root project directory.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828800"/>
            <a:ext cx="33832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3: Select All Submodules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377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Check parent pom.xml and all 5 modules (service-registry, api-gateway, auth, doctor, patient). Click Finish.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33832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206240"/>
            <a:ext cx="338328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4: Start Service 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54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Locate ServiceRegistryApplication.java. Right click -&gt; Run As -&gt; Spring Boot App (or Java Application).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4206240"/>
            <a:ext cx="33832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4206240"/>
            <a:ext cx="33832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5: Start Core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754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Launch AuthServiceApplication, DoctorServiceApplication, and PatientServiceApplication in order.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206240"/>
            <a:ext cx="3383280" cy="2011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4206240"/>
            <a:ext cx="33832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 6: Start API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4754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Launch ApiGatewayApplication. Open http://localhost:8761 to verify all services are UP in Eureka!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Project Summary &amp; Engineering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Core Architecture Accomplishments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Production-Ready Microservices: Decoupled microservices architecture adhering to cloud-native best practices.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Integrated Spring AI Engine: Automated clinical decision support and dynamic specialist triage.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Dual-Layer High Performance: Redis caching guarantees ultra-fast query times with automatic eviction.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Zero-Trust Security: Centralized Spring Cloud Gateway with JJWT token signing and RBAC enforcement.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✔ Resilient Fallback Design: Database connection resilience and offline AI capabilities guarantee zero downtime.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Future Enhancements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1. Kafka Event Streaming: Publish appointment confirmation events to Apache Kafka for real-time patient notifications.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2. OpenTelemetry &amp; Prometheus: Distributed tracing and Grafana dashboard integration for service latency monitoring.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3. Kubernetes Helm Charts: Deploy onto AWS EKS or GCP GKE with Horizontal Pod Autoscalers (HPA).</a:t>
            </a:r>
          </a:p>
          <a:p>
            <a:pPr>
              <a:spcAft>
                <a:spcPts val="1200"/>
              </a:spcAft>
              <a:defRPr sz="1200">
                <a:solidFill>
                  <a:srgbClr val="0F172A"/>
                </a:solidFill>
              </a:defRPr>
            </a:pPr>
            <a:r>
              <a:t>4. Electronic Health Record (EHR) Sync: FHIR / HL7 standard compliance for hospital lab equipment interoperability.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